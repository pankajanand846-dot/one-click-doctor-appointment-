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FFFFFF"/>
                </a:solidFill>
              </a:defRPr>
            </a:pPr>
            <a:r>
              <a:t>One-Click Doctor Appointment Booker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>
                <a:solidFill>
                  <a:srgbClr val="FFFFFF"/>
                </a:solidFill>
              </a:defRPr>
            </a:pPr>
            <a:r>
              <a:t>✔ A simple and user-friendly platform designed to make healthcare access faster and more convenient.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✔ With just a single click, patients can instantly book an appointment with their preferred doctor.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✔ Saves time and avoids long waiting processes.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✔ Bridges the gap between patients and healthcare providers.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✔ Makes medical consultation more accessible, efficient, and reliable.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FFFFFF"/>
                </a:solidFill>
              </a:defRPr>
            </a:pPr>
            <a:r>
              <a:t>Problem &amp;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>
                <a:solidFill>
                  <a:srgbClr val="FFFFFF"/>
                </a:solidFill>
              </a:defRPr>
            </a:pPr>
            <a:r>
              <a:t>🔴 Problems: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1. Patients face long waiting times to book appointments.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2. Difficulty in finding the right doctor based on specialty or location.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3. Patients often forget their appointment schedule.</a:t>
            </a:r>
          </a:p>
          <a:p>
            <a:pPr>
              <a:defRPr sz="2200">
                <a:solidFill>
                  <a:srgbClr val="FFFFFF"/>
                </a:solidFill>
              </a:defRPr>
            </a:pP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🟢 Solutions: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1. One-click booking system that confirms instantly.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2. Smart search and filter options for doctors.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3. Automated reminders via SMS/Email.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